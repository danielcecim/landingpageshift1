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mini_Generated_Image_ehm9nlehm9nlehm9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48640"/>
            <a:ext cx="2427890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EA5E9"/>
                </a:solidFill>
                <a:latin typeface="Segoe UI"/>
              </a:defRPr>
            </a:pPr>
            <a:r>
              <a:t>SACADA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Segoe UI"/>
              </a:defRPr>
            </a:pPr>
            <a:r>
              <a:t>AI-Powered Inventory Optimization for Fashion 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Reduce overstock. Maximize sales. Free up capital.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The Fashion Retail Inventory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We analyzed 7,603 inventory decisions across 28 stores and 13 product lines. The pattern is clear: fashion retailers systematically overstock.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STOCK-TO-SALES RATIO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4.0×</a:t>
            </a:r>
          </a:p>
          <a:p>
            <a:pPr>
              <a:spcBef>
                <a:spcPts val="2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Stocking 4.0× what they sell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SKUs OVERSTOCKED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97%</a:t>
            </a:r>
          </a:p>
          <a:p>
            <a:pPr>
              <a:spcBef>
                <a:spcPts val="2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7,393 of 7,603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TOTAL EXCESS STOCK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225,653 units</a:t>
            </a:r>
          </a:p>
          <a:p>
            <a:pPr>
              <a:spcBef>
                <a:spcPts val="2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Units sitting unsold, tying up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For every unit sold, roughly 4 extra units sit in inventory — tying up working capital and warehouse 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Where It Hurts Most</a:t>
            </a:r>
          </a:p>
        </p:txBody>
      </p:sp>
      <p:pic>
        <p:nvPicPr>
          <p:cNvPr id="3" name="Picture 2" descr="sacada_pitch_overstock_by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The Pattern Is Systemic</a:t>
            </a:r>
          </a:p>
        </p:txBody>
      </p:sp>
      <p:pic>
        <p:nvPicPr>
          <p:cNvPr id="3" name="Picture 2" descr="sacada_pitch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This isn't a seasonal blip — overstock is consistently high every month. It's a planning process failure that machine learning can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Our Solution: SACADA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Segoe UI"/>
              </a:defRPr>
            </a:pPr>
            <a:r>
              <a:t>A 3-step AI-powered approach to inventory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Analyze Historical Demand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We ingest your sales and inventory data to identify demand patterns, seasonality, and product-level trends across all stores.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Probabilistic Forecasting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XGBoost Quantile Regression produces not just a single prediction, but calibrated confidence intervals — so you know the range of likely demand.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Tier-Based Stocking Strategy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Products are classified by volume (Low / Medium / High). Each tier gets an optimized confidence level, balancing cost vs availability.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Proven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Segoe UI"/>
              </a:defRPr>
            </a:pPr>
            <a:r>
              <a:t>Real metrics from a fashion retail success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STOCK REDUCTION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175,973 units</a:t>
            </a:r>
          </a:p>
          <a:p>
            <a:pPr>
              <a:spcBef>
                <a:spcPts val="200"/>
              </a:spcBef>
              <a:defRPr sz="1200" b="1">
                <a:solidFill>
                  <a:srgbClr val="22C55E"/>
                </a:solidFill>
                <a:latin typeface="Segoe UI"/>
              </a:defRPr>
            </a:pPr>
            <a:r>
              <a:t>+58.7% less 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468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OVERSTOCK ELIMINATED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174,378 units</a:t>
            </a:r>
          </a:p>
          <a:p>
            <a:pPr>
              <a:spcBef>
                <a:spcPts val="200"/>
              </a:spcBef>
              <a:defRPr sz="1200" b="1">
                <a:solidFill>
                  <a:srgbClr val="22C55E"/>
                </a:solidFill>
                <a:latin typeface="Segoe UI"/>
              </a:defRPr>
            </a:pPr>
            <a:r>
              <a:t>+77.3% less excess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468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FILL RATE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97.5%</a:t>
            </a:r>
          </a:p>
          <a:p>
            <a:pPr>
              <a:spcBef>
                <a:spcPts val="2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-2.2pp vs company (99.7%)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468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ACCURACY IMPROVEMENT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+76.5%</a:t>
            </a:r>
          </a:p>
          <a:p>
            <a:pPr>
              <a:spcBef>
                <a:spcPts val="200"/>
              </a:spcBef>
              <a:defRPr sz="1200" b="1">
                <a:solidFill>
                  <a:srgbClr val="22C55E"/>
                </a:solidFill>
                <a:latin typeface="Segoe UI"/>
              </a:defRPr>
            </a:pPr>
            <a:r>
              <a:t>MAE: 7.0 vs 29.7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Company vs Model Comparison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84632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SACADA Model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Total Stock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299,553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123,580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+58.7%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Overstock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225,653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51,275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+77.3%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Understock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1,831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+1,595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Fill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-2.2pp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Avg Error/SKU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29.7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+76.5%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Visual Proof: Before vs After</a:t>
            </a:r>
          </a:p>
        </p:txBody>
      </p:sp>
      <p:pic>
        <p:nvPicPr>
          <p:cNvPr id="3" name="Picture 2" descr="sacada_pitch_err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5029200"/>
          </a:xfrm>
          <a:prstGeom prst="rect">
            <a:avLst/>
          </a:prstGeom>
        </p:spPr>
      </p:pic>
      <p:pic>
        <p:nvPicPr>
          <p:cNvPr id="4" name="Picture 3" descr="sacada_pitch_scatter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Financial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Assuming 50% profit margin (industry standard for fashion retail)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COMPANY TOTAL WASTE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225,889 units</a:t>
            </a:r>
          </a:p>
          <a:p>
            <a:pPr>
              <a:spcBef>
                <a:spcPts val="2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Overstock + understock combined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00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MODEL TOTAL WASTE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53,106 units</a:t>
            </a:r>
          </a:p>
          <a:p>
            <a:pPr>
              <a:spcBef>
                <a:spcPts val="200"/>
              </a:spcBef>
              <a:defRPr sz="1200" b="1">
                <a:solidFill>
                  <a:srgbClr val="22C55E"/>
                </a:solidFill>
                <a:latin typeface="Segoe UI"/>
              </a:defRPr>
            </a:pPr>
            <a:r>
              <a:t>Optimized with SACADA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103120"/>
            <a:ext cx="3200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WASTE REDUCTION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172,783 units</a:t>
            </a:r>
          </a:p>
          <a:p>
            <a:pPr>
              <a:spcBef>
                <a:spcPts val="200"/>
              </a:spcBef>
              <a:defRPr sz="1200" b="1">
                <a:solidFill>
                  <a:srgbClr val="22C55E"/>
                </a:solidFill>
                <a:latin typeface="Segoe UI"/>
              </a:defRPr>
            </a:pPr>
            <a:r>
              <a:t>76.5% 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515600" cy="1645920"/>
          </a:xfrm>
          <a:prstGeom prst="roundRect">
            <a:avLst/>
          </a:prstGeom>
          <a:solidFill>
            <a:srgbClr val="0C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54000"/>
          <a:lstStyle/>
          <a:p>
            <a:pPr algn="ctr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Example R$ Calculation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If average retail price = R$200, unit cost = R$100</a:t>
            </a:r>
            <a:br/>
            <a:r>
              <a:t>→ 172,783 units saved × R$100 = R$17,278,300 in freed capital</a:t>
            </a:r>
            <a:br/>
            <a:r>
              <a:t>This is per forecast cycle — annualized savings multiply by 12.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Segoe UI"/>
              </a:defRPr>
            </a:pPr>
            <a:r>
              <a:t>How we can optimize your inventory in 4 weeks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3317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177800" rIns="177800"/>
          <a:lstStyle/>
          <a:p>
            <a:pPr algn="ctr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Week 1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Data Integration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Share your historical sales and inventory data. We handle ingestion, cleaning, and feature engineering.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103120"/>
            <a:ext cx="23317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177800" rIns="177800"/>
          <a:lstStyle/>
          <a:p>
            <a:pPr algn="ctr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Week 2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Model Training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Train XGBoost Quantile Regression on your data. Cross-validate to ensure robust, calibrated predictions.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103120"/>
            <a:ext cx="23317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177800" rIns="177800"/>
          <a:lstStyle/>
          <a:p>
            <a:pPr algn="ctr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Week 3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Dashboard &amp; Analysis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Deploy your custom SACADA dashboard. Identify top savings opportunities by store and product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2103120"/>
            <a:ext cx="23317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177800" rIns="177800"/>
          <a:lstStyle/>
          <a:p>
            <a:pPr algn="ctr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Week 4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Pilot Rollout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Start with your top 3 stores. Measure results. Scale across the entire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Ready to optimize your inventory? Let's talk.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[Your contact email / website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